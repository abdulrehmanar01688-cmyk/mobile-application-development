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Ultra-Bold" charset="1" panose="00000900000000000000"/>
      <p:regular r:id="rId16"/>
    </p:embeddedFont>
    <p:embeddedFont>
      <p:font typeface="Montserrat Bold" charset="1" panose="00000800000000000000"/>
      <p:regular r:id="rId17"/>
    </p:embeddedFont>
    <p:embeddedFont>
      <p:font typeface="Montserrat Italics" charset="1" panose="00000500000000000000"/>
      <p:regular r:id="rId18"/>
    </p:embeddedFont>
    <p:embeddedFont>
      <p:font typeface="Montserrat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16399" y="5143500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950976" y="-2642901"/>
            <a:ext cx="7343202" cy="734320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16098" y="1471899"/>
            <a:ext cx="7343202" cy="73432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5183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58482" y="1714284"/>
            <a:ext cx="6858433" cy="68584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6"/>
              <a:stretch>
                <a:fillRect l="0" t="-55363" r="0" b="-5536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86615" y="3198640"/>
            <a:ext cx="8729482" cy="172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2"/>
              </a:lnSpc>
            </a:pPr>
            <a:r>
              <a:rPr lang="en-US" b="true" sz="7280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PROJECT</a:t>
            </a:r>
          </a:p>
          <a:p>
            <a:pPr algn="ctr">
              <a:lnSpc>
                <a:spcPts val="6552"/>
              </a:lnSpc>
            </a:pPr>
            <a:r>
              <a:rPr lang="en-US" b="true" sz="7280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PRESENTATION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22034" y="-3671601"/>
            <a:ext cx="7343202" cy="734320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5831137"/>
            <a:ext cx="10551707" cy="1649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4051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    </a:t>
            </a:r>
          </a:p>
          <a:p>
            <a:pPr algn="l">
              <a:lnSpc>
                <a:spcPts val="3200"/>
              </a:lnSpc>
            </a:pPr>
            <a:r>
              <a:rPr lang="en-US" sz="4051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   Muhammad Nadeem&amp; </a:t>
            </a:r>
          </a:p>
          <a:p>
            <a:pPr algn="l">
              <a:lnSpc>
                <a:spcPts val="3200"/>
              </a:lnSpc>
            </a:pPr>
            <a:r>
              <a:rPr lang="en-US" sz="4051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</a:t>
            </a:r>
          </a:p>
          <a:p>
            <a:pPr algn="l">
              <a:lnSpc>
                <a:spcPts val="3200"/>
              </a:lnSpc>
            </a:pPr>
            <a:r>
              <a:rPr lang="en-US" sz="4051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                        Abdul Rehman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16399" y="5143500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950976" y="-2642901"/>
            <a:ext cx="7343202" cy="734320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16098" y="1471899"/>
            <a:ext cx="7343202" cy="734320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5183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58482" y="1714284"/>
            <a:ext cx="6858433" cy="68584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6"/>
              <a:stretch>
                <a:fillRect l="0" t="-55363" r="0" b="-5536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86615" y="3198640"/>
            <a:ext cx="8729482" cy="172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2"/>
              </a:lnSpc>
            </a:pPr>
            <a:r>
              <a:rPr lang="en-US" b="true" sz="7280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PROJECT</a:t>
            </a:r>
          </a:p>
          <a:p>
            <a:pPr algn="ctr">
              <a:lnSpc>
                <a:spcPts val="6552"/>
              </a:lnSpc>
            </a:pPr>
            <a:r>
              <a:rPr lang="en-US" b="true" sz="7280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TITLE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22034" y="-3671601"/>
            <a:ext cx="7343202" cy="734320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627746" y="5576772"/>
            <a:ext cx="5847221" cy="58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2853" indent="-526426" lvl="1">
              <a:lnSpc>
                <a:spcPts val="4388"/>
              </a:lnSpc>
              <a:buFont typeface="Arial"/>
              <a:buChar char="•"/>
            </a:pPr>
            <a:r>
              <a:rPr lang="en-US" sz="4876" i="true">
                <a:solidFill>
                  <a:srgbClr val="05183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MYSTERY BOX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656513"/>
            <a:ext cx="8115300" cy="95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41191"/>
            <a:ext cx="9588658" cy="386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1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app is designed to send surprise wishes in a fun and creative way.</a:t>
            </a:r>
          </a:p>
          <a:p>
            <a:pPr algn="l">
              <a:lnSpc>
                <a:spcPts val="3419"/>
              </a:lnSpc>
            </a:pPr>
            <a:r>
              <a:rPr lang="en-US" sz="31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Users can create mystery boxes containing: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Text messages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Pictures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Videos</a:t>
            </a:r>
          </a:p>
          <a:p>
            <a:pPr algn="l">
              <a:lnSpc>
                <a:spcPts val="3419"/>
              </a:lnSpc>
            </a:pPr>
            <a:r>
              <a:rPr lang="en-US" sz="310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receiver opens the mystery box and gets a surprise experience.</a:t>
            </a:r>
          </a:p>
          <a:p>
            <a:pPr algn="l">
              <a:lnSpc>
                <a:spcPts val="341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98959"/>
            <a:ext cx="10883545" cy="94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6"/>
              </a:lnSpc>
            </a:pPr>
            <a:r>
              <a:rPr lang="en-US" sz="7096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PROJECT 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98751"/>
            <a:ext cx="10179086" cy="429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The main objectives of this project are: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To create a fun and interactive Android application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To allow users to send surprise wishes digitally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To provide support for multimedia content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To make communication more creative and memorable</a:t>
            </a:r>
          </a:p>
          <a:p>
            <a:pPr algn="l" marL="671119" indent="-335560" lvl="1">
              <a:lnSpc>
                <a:spcPts val="3419"/>
              </a:lnSpc>
              <a:buFont typeface="Arial"/>
              <a:buChar char="•"/>
            </a:pPr>
            <a:r>
              <a:rPr lang="en-US" sz="3108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To learn Android app development with Firebase integration.</a:t>
            </a:r>
          </a:p>
          <a:p>
            <a:pPr algn="l">
              <a:lnSpc>
                <a:spcPts val="341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31729" y="3770675"/>
            <a:ext cx="5288634" cy="409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3002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 of the Project</a:t>
            </a:r>
          </a:p>
          <a:p>
            <a:pPr algn="l">
              <a:lnSpc>
                <a:spcPts val="3273"/>
              </a:lnSpc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The Mystery Box App can be used for: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Birthday wishes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Eid greetings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Friendship messages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Party invitations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Anniversary surprises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Special event wishes</a:t>
            </a:r>
          </a:p>
          <a:p>
            <a:pPr algn="l">
              <a:lnSpc>
                <a:spcPts val="327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131765" y="3770675"/>
            <a:ext cx="5288634" cy="450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sz="3002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User accounts and profiles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Chat system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Voice messages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Online cloud storage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Push notifications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Dark mode UI</a:t>
            </a:r>
          </a:p>
          <a:p>
            <a:pPr algn="l" marL="648317" indent="-324158" lvl="1">
              <a:lnSpc>
                <a:spcPts val="3273"/>
              </a:lnSpc>
              <a:buFont typeface="Arial"/>
              <a:buChar char="•"/>
            </a:pPr>
            <a:r>
              <a:rPr lang="en-US" sz="300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AI-generated surprise messages</a:t>
            </a:r>
          </a:p>
          <a:p>
            <a:pPr algn="l">
              <a:lnSpc>
                <a:spcPts val="327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274960" y="572832"/>
            <a:ext cx="7090806" cy="183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9"/>
              </a:lnSpc>
            </a:pPr>
            <a:r>
              <a:rPr lang="en-US" b="true" sz="7049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SCOPE OF THE PROJECT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83159"/>
            <a:ext cx="12823177" cy="89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5"/>
              </a:lnSpc>
            </a:pPr>
            <a:r>
              <a:rPr lang="en-US" sz="6685" b="true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65210" y="2840046"/>
            <a:ext cx="11708941" cy="387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695" indent="-340348" lvl="1">
              <a:lnSpc>
                <a:spcPts val="3436"/>
              </a:lnSpc>
              <a:buFont typeface="Arial"/>
              <a:buChar char="•"/>
            </a:pPr>
            <a:r>
              <a:rPr lang="en-US" b="true" sz="3152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 of the App</a:t>
            </a:r>
          </a:p>
          <a:p>
            <a:pPr algn="just">
              <a:lnSpc>
                <a:spcPts val="3436"/>
              </a:lnSpc>
            </a:pPr>
            <a:r>
              <a:rPr lang="en-US" sz="315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User → Android App → Firebase Backend → Receiver</a:t>
            </a:r>
          </a:p>
          <a:p>
            <a:pPr algn="l" marL="680695" indent="-340348" lvl="1">
              <a:lnSpc>
                <a:spcPts val="3436"/>
              </a:lnSpc>
              <a:buFont typeface="Arial"/>
              <a:buChar char="•"/>
            </a:pPr>
            <a:r>
              <a:rPr lang="en-US" b="true" sz="3152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Working Process</a:t>
            </a:r>
          </a:p>
          <a:p>
            <a:pPr algn="just" marL="680695" indent="-340348" lvl="1">
              <a:lnSpc>
                <a:spcPts val="3436"/>
              </a:lnSpc>
              <a:buAutoNum type="arabicPeriod" startAt="1"/>
            </a:pPr>
            <a:r>
              <a:rPr lang="en-US" sz="315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User creates mystery box</a:t>
            </a:r>
          </a:p>
          <a:p>
            <a:pPr algn="just" marL="680695" indent="-340348" lvl="1">
              <a:lnSpc>
                <a:spcPts val="3436"/>
              </a:lnSpc>
              <a:buAutoNum type="arabicPeriod" startAt="1"/>
            </a:pPr>
            <a:r>
              <a:rPr lang="en-US" sz="315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Content uploads to Firebase</a:t>
            </a:r>
          </a:p>
          <a:p>
            <a:pPr algn="just" marL="680695" indent="-340348" lvl="1">
              <a:lnSpc>
                <a:spcPts val="3436"/>
              </a:lnSpc>
              <a:buAutoNum type="arabicPeriod" startAt="1"/>
            </a:pPr>
            <a:r>
              <a:rPr lang="en-US" sz="315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Shareable link is generated</a:t>
            </a:r>
          </a:p>
          <a:p>
            <a:pPr algn="just" marL="680695" indent="-340348" lvl="1">
              <a:lnSpc>
                <a:spcPts val="3436"/>
              </a:lnSpc>
              <a:buAutoNum type="arabicPeriod" startAt="1"/>
            </a:pPr>
            <a:r>
              <a:rPr lang="en-US" sz="315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Receiver opens the mystery box</a:t>
            </a:r>
          </a:p>
          <a:p>
            <a:pPr algn="just" marL="680695" indent="-340348" lvl="1">
              <a:lnSpc>
                <a:spcPts val="3436"/>
              </a:lnSpc>
              <a:buAutoNum type="arabicPeriod" startAt="1"/>
            </a:pPr>
            <a:r>
              <a:rPr lang="en-US" sz="3152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Surprise content is displayed</a:t>
            </a:r>
          </a:p>
          <a:p>
            <a:pPr algn="just">
              <a:lnSpc>
                <a:spcPts val="3436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134753" y="4300938"/>
            <a:ext cx="7343202" cy="734320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28259" y="2574661"/>
            <a:ext cx="13524047" cy="589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9"/>
              </a:lnSpc>
            </a:pPr>
            <a:r>
              <a:rPr lang="en-US" sz="2881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 Faced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Firebase integration issues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Uploading large video files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Making</a:t>
            </a: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 the app work on different Android devices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Mana</a:t>
            </a: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ging internet speed during uploads</a:t>
            </a:r>
          </a:p>
          <a:p>
            <a:pPr algn="just">
              <a:lnSpc>
                <a:spcPts val="3169"/>
              </a:lnSpc>
            </a:pPr>
            <a:r>
              <a:rPr lang="en-US" sz="2881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Risks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Slow internet can affect app performance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Large media files use more storage (Storage limitations)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Firebase usage cost in future scaling</a:t>
            </a:r>
          </a:p>
          <a:p>
            <a:pPr algn="just">
              <a:lnSpc>
                <a:spcPts val="3169"/>
              </a:lnSpc>
            </a:pPr>
            <a:r>
              <a:rPr lang="en-US" sz="2881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Solutions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Regular app testing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Bug fixing and debugging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Using </a:t>
            </a: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Firebase secure storage</a:t>
            </a:r>
          </a:p>
          <a:p>
            <a:pPr algn="just" marL="622013" indent="-311006" lvl="1">
              <a:lnSpc>
                <a:spcPts val="3169"/>
              </a:lnSpc>
              <a:buFont typeface="Arial"/>
              <a:buChar char="•"/>
            </a:pPr>
            <a:r>
              <a:rPr lang="en-US" sz="2881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Optimizing image and video size</a:t>
            </a:r>
          </a:p>
          <a:p>
            <a:pPr algn="just">
              <a:lnSpc>
                <a:spcPts val="316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163371" y="876706"/>
            <a:ext cx="9663513" cy="1836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5"/>
              </a:lnSpc>
            </a:pPr>
            <a:r>
              <a:rPr lang="en-US" b="true" sz="7065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CHALLENGES AND RISKS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20099392" y="9252420"/>
                </a:moveTo>
                <a:lnTo>
                  <a:pt x="0" y="9252420"/>
                </a:lnTo>
                <a:lnTo>
                  <a:pt x="0" y="0"/>
                </a:lnTo>
                <a:lnTo>
                  <a:pt x="20099392" y="0"/>
                </a:lnTo>
                <a:lnTo>
                  <a:pt x="20099392" y="92524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97929" y="2074451"/>
            <a:ext cx="9800696" cy="326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0"/>
              </a:lnSpc>
            </a:pPr>
            <a:r>
              <a:rPr lang="en-US" sz="3373" b="true">
                <a:solidFill>
                  <a:srgbClr val="051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Limitations:</a:t>
            </a:r>
          </a:p>
          <a:p>
            <a:pPr algn="l" marL="728286" indent="-364143" lvl="1">
              <a:lnSpc>
                <a:spcPts val="3710"/>
              </a:lnSpc>
              <a:buFont typeface="Arial"/>
              <a:buChar char="•"/>
            </a:pPr>
            <a:r>
              <a:rPr lang="en-US" sz="3373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Requires internet connection</a:t>
            </a:r>
          </a:p>
          <a:p>
            <a:pPr algn="l" marL="728286" indent="-364143" lvl="1">
              <a:lnSpc>
                <a:spcPts val="3710"/>
              </a:lnSpc>
              <a:buFont typeface="Arial"/>
              <a:buChar char="•"/>
            </a:pPr>
            <a:r>
              <a:rPr lang="en-US" sz="3373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Limited offline functionality</a:t>
            </a:r>
          </a:p>
          <a:p>
            <a:pPr algn="l" marL="728286" indent="-364143" lvl="1">
              <a:lnSpc>
                <a:spcPts val="3710"/>
              </a:lnSpc>
              <a:buFont typeface="Arial"/>
              <a:buChar char="•"/>
            </a:pPr>
            <a:r>
              <a:rPr lang="en-US" sz="3373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Large videos may upload slowly</a:t>
            </a:r>
          </a:p>
          <a:p>
            <a:pPr algn="l" marL="728286" indent="-364143" lvl="1">
              <a:lnSpc>
                <a:spcPts val="3710"/>
              </a:lnSpc>
              <a:buFont typeface="Arial"/>
              <a:buChar char="•"/>
            </a:pPr>
            <a:r>
              <a:rPr lang="en-US" sz="3373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Firebase dependency</a:t>
            </a:r>
          </a:p>
          <a:p>
            <a:pPr algn="l" marL="728286" indent="-364143" lvl="1">
              <a:lnSpc>
                <a:spcPts val="3710"/>
              </a:lnSpc>
              <a:buFont typeface="Arial"/>
              <a:buChar char="•"/>
            </a:pPr>
            <a:r>
              <a:rPr lang="en-US" sz="3373">
                <a:solidFill>
                  <a:srgbClr val="051838"/>
                </a:solidFill>
                <a:latin typeface="Montserrat"/>
                <a:ea typeface="Montserrat"/>
                <a:cs typeface="Montserrat"/>
                <a:sym typeface="Montserrat"/>
              </a:rPr>
              <a:t>Android-only platform</a:t>
            </a:r>
          </a:p>
          <a:p>
            <a:pPr algn="l">
              <a:lnSpc>
                <a:spcPts val="371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04658" y="626148"/>
            <a:ext cx="6669774" cy="94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2"/>
              </a:lnSpc>
              <a:spcBef>
                <a:spcPct val="0"/>
              </a:spcBef>
            </a:pPr>
            <a:r>
              <a:rPr lang="en-US" b="true" sz="7172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LIMITATIONS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2115532" y="3453395"/>
            <a:ext cx="13652130" cy="2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DOES ANYONE</a:t>
            </a:r>
          </a:p>
          <a:p>
            <a:pPr algn="ctr">
              <a:lnSpc>
                <a:spcPts val="9999"/>
              </a:lnSpc>
              <a:spcBef>
                <a:spcPct val="0"/>
              </a:spcBef>
            </a:pPr>
            <a:r>
              <a:rPr lang="en-US" b="true" sz="9999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have questions?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52285" y="-1655401"/>
            <a:ext cx="7343202" cy="73432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3671601" y="5143500"/>
            <a:ext cx="7343202" cy="734320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5183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978346" y="3470876"/>
            <a:ext cx="8331309" cy="362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52"/>
              </a:lnSpc>
            </a:pPr>
            <a:r>
              <a:rPr lang="en-US" b="true" sz="13952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</a:t>
            </a:r>
          </a:p>
          <a:p>
            <a:pPr algn="ctr">
              <a:lnSpc>
                <a:spcPts val="13952"/>
              </a:lnSpc>
              <a:spcBef>
                <a:spcPct val="0"/>
              </a:spcBef>
            </a:pPr>
            <a:r>
              <a:rPr lang="en-US" b="true" sz="13952">
                <a:solidFill>
                  <a:srgbClr val="05183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you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95512" y="8581650"/>
            <a:ext cx="19879023" cy="2087751"/>
          </a:xfrm>
          <a:custGeom>
            <a:avLst/>
            <a:gdLst/>
            <a:ahLst/>
            <a:cxnLst/>
            <a:rect r="r" b="b" t="t" l="l"/>
            <a:pathLst>
              <a:path h="2087751" w="19879023">
                <a:moveTo>
                  <a:pt x="0" y="0"/>
                </a:moveTo>
                <a:lnTo>
                  <a:pt x="19879024" y="0"/>
                </a:lnTo>
                <a:lnTo>
                  <a:pt x="19879024" y="2087751"/>
                </a:lnTo>
                <a:lnTo>
                  <a:pt x="0" y="208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32830" y="-4332318"/>
            <a:ext cx="20099392" cy="9252420"/>
          </a:xfrm>
          <a:custGeom>
            <a:avLst/>
            <a:gdLst/>
            <a:ahLst/>
            <a:cxnLst/>
            <a:rect r="r" b="b" t="t" l="l"/>
            <a:pathLst>
              <a:path h="9252420" w="20099392">
                <a:moveTo>
                  <a:pt x="0" y="9252420"/>
                </a:moveTo>
                <a:lnTo>
                  <a:pt x="20099392" y="9252420"/>
                </a:lnTo>
                <a:lnTo>
                  <a:pt x="20099392" y="0"/>
                </a:lnTo>
                <a:lnTo>
                  <a:pt x="0" y="0"/>
                </a:lnTo>
                <a:lnTo>
                  <a:pt x="0" y="92524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DAHJWw8hbSU</dc:identifier>
  <dcterms:modified xsi:type="dcterms:W3CDTF">2011-08-01T06:04:30Z</dcterms:modified>
  <cp:revision>1</cp:revision>
  <dc:title>Project Objectives</dc:title>
</cp:coreProperties>
</file>